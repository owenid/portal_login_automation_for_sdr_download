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234440"/>
            <a:ext cx="914400" cy="914400"/>
          </a:xfrm>
          <a:prstGeom prst="ellipse">
            <a:avLst/>
          </a:prstGeom>
          <a:solidFill>
            <a:srgbClr val="1B2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14538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514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SOLUTION WALKTHROUGH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8862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automated monthly SDR / CDR download works, end to end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Architecture: Owen Idehen   ·   gradwell-cdr-downloader   ·   eu-west-2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process this replaces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53458" y="1600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27778" y="187452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0061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27778" y="29260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auth, navigate, download, store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58277" y="160020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2597" y="187452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0061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32597" y="29260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IAM scope, encryption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2464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8006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and Datadog alerting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53458" y="384048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27778" y="411480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246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27778" y="48006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27778" y="516636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covered yet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58277" y="384048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32597" y="4114800"/>
            <a:ext cx="548640" cy="54864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42464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32597" y="480060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32597" y="516636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design evolved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needed automating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logs in, clicks through Admin → SDR, and downloads one CSV — every single month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forget, run late, or grab the wrong billing period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whether it happened this month, or why it failed if it didn't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737360"/>
            <a:ext cx="4053535" cy="3840480"/>
          </a:xfrm>
          <a:prstGeom prst="roundRect">
            <a:avLst>
              <a:gd name="adj" fmla="val 2381"/>
            </a:avLst>
          </a:prstGeom>
          <a:solidFill>
            <a:srgbClr val="152227"/>
          </a:solidFill>
          <a:ln/>
        </p:spPr>
      </p:sp>
      <p:sp>
        <p:nvSpPr>
          <p:cNvPr id="5" name="Shape 3"/>
          <p:cNvSpPr/>
          <p:nvPr/>
        </p:nvSpPr>
        <p:spPr>
          <a:xfrm>
            <a:off x="9159088" y="2194560"/>
            <a:ext cx="914400" cy="914400"/>
          </a:xfrm>
          <a:prstGeom prst="ellipse">
            <a:avLst/>
          </a:prstGeom>
          <a:solidFill>
            <a:srgbClr val="2433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544" y="24140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32918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/ month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97764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task, indefinitely — until it isn't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AWS Lambda replaces the manual process — logging in, navigating, downloading, and storing the file automatically.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205740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90824" y="233172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329184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time, on the 1st of every month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205740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3008" y="233172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329184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runtime per invocation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191" y="205740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75191" y="2331720"/>
            <a:ext cx="2567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58071" y="3291840"/>
            <a:ext cx="2202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pages visited: SSO → Admin → CDR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 SAM (CloudFormation) — Lambda, S3, Secrets Manager, EventBridge Scheduler, and CloudWatch, entirely serverless.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46304" cy="146304"/>
          </a:xfrm>
          <a:prstGeom prst="rect">
            <a:avLst/>
          </a:prstGeom>
          <a:solidFill>
            <a:srgbClr val="3E54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AWS-owned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0" y="1170432"/>
            <a:ext cx="146304" cy="146304"/>
          </a:xfrm>
          <a:prstGeom prst="rect">
            <a:avLst/>
          </a:prstGeom>
          <a:solidFill>
            <a:srgbClr val="0E9C8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94176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Gradwell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0" y="1170432"/>
            <a:ext cx="146304" cy="146304"/>
          </a:xfrm>
          <a:prstGeom prst="rect">
            <a:avLst/>
          </a:prstGeom>
          <a:solidFill>
            <a:srgbClr val="9C6B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boundary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3200400" cy="2148840"/>
          </a:xfrm>
          <a:prstGeom prst="roundRect">
            <a:avLst>
              <a:gd name="adj" fmla="val 3404"/>
            </a:avLst>
          </a:prstGeom>
          <a:ln w="15875">
            <a:solidFill>
              <a:srgbClr val="9C6B18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788920" y="2121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6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· LEAST PRIVILEGE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8ECEF"/>
          </a:solidFill>
          <a:ln w="15875">
            <a:solidFill>
              <a:srgbClr val="3E5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9718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</a:rPr>
              <a:t>Amazon EventBridge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</a:rPr>
              <a:t>Scheduler
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E6167"/>
                </a:solidFill>
              </a:rPr>
              <a:t>09:00 Europe/London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14600" y="3401568"/>
            <a:ext cx="411480" cy="9144"/>
          </a:xfrm>
          <a:prstGeom prst="line">
            <a:avLst/>
          </a:prstGeom>
          <a:noFill/>
          <a:ln w="19050">
            <a:solidFill>
              <a:srgbClr val="3E546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60320" y="31272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2514600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E8ECEF"/>
          </a:solidFill>
          <a:ln w="15875">
            <a:solidFill>
              <a:srgbClr val="3E54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27248" y="2606040"/>
            <a:ext cx="2523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</a:rPr>
              <a:t>AWS Lambda
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</a:rPr>
              <a:t>CdrDownloaderFunction
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</a:rPr>
              <a:t>Node.js 22 · x86_64
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</a:rPr>
              <a:t>Playwright + Chromium
</a:t>
            </a:r>
            <a:endParaRPr lang="en-US" sz="13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</a:rPr>
              <a:t>2048 MB · 180s timeout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52560" y="502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EAD3"/>
          </a:solidFill>
          <a:ln w="15875">
            <a:solidFill>
              <a:srgbClr val="9C6B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2288" y="576072"/>
            <a:ext cx="23865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227"/>
                </a:solidFill>
              </a:rPr>
              <a:t>AWS Secrets Manager
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6167"/>
                </a:solidFill>
              </a:rPr>
              <a:t>prod/AdminPortal/Gradwell
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6167"/>
                </a:solidFill>
              </a:rPr>
              <a:t>username + password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5760720" y="960120"/>
            <a:ext cx="3246120" cy="1691640"/>
          </a:xfrm>
          <a:prstGeom prst="line">
            <a:avLst/>
          </a:prstGeom>
          <a:noFill/>
          <a:ln w="19050">
            <a:solidFill>
              <a:srgbClr val="9C6B1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44652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6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GetSecretValue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DFF4EF"/>
          </a:solidFill>
          <a:ln w="15875">
            <a:solidFill>
              <a:srgbClr val="0E9C87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05256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THIRD PARTY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89720" y="2103120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9C8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62872" y="2157984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27"/>
                </a:solidFill>
              </a:rPr>
              <a:t>SSO login
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E6167"/>
                </a:solidFill>
              </a:rPr>
              <a:t>sso.prod.gradwell.com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55580" y="2670048"/>
            <a:ext cx="9144" cy="73152"/>
          </a:xfrm>
          <a:prstGeom prst="line">
            <a:avLst/>
          </a:prstGeom>
          <a:noFill/>
          <a:ln w="19050">
            <a:solidFill>
              <a:srgbClr val="0E9C8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9720" y="2743200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9C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62872" y="2798064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27"/>
                </a:solidFill>
              </a:rPr>
              <a:t>Admin home
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E6167"/>
                </a:solidFill>
              </a:rPr>
              <a:t>admin.prod.gradwell.com/home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355580" y="3310128"/>
            <a:ext cx="9144" cy="73152"/>
          </a:xfrm>
          <a:prstGeom prst="line">
            <a:avLst/>
          </a:prstGeom>
          <a:noFill/>
          <a:ln w="19050">
            <a:solidFill>
              <a:srgbClr val="0E9C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89720" y="338328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E9C8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62872" y="3438144"/>
            <a:ext cx="2185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227"/>
                </a:solidFill>
              </a:rPr>
              <a:t>CDR list → verify + download
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E6167"/>
                </a:solidFill>
              </a:rPr>
              <a:t>admin.prod.gradwell.com/cdrs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315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month only: not yet published → CDR-E09 (see CloudWatch)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V="1">
            <a:off x="5760720" y="2926080"/>
            <a:ext cx="3246120" cy="320040"/>
          </a:xfrm>
          <a:prstGeom prst="line">
            <a:avLst/>
          </a:prstGeom>
          <a:noFill/>
          <a:ln w="19050">
            <a:solidFill>
              <a:srgbClr val="0E9C87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943600" y="2788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browser automation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560" y="51663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8ECEF"/>
          </a:solidFill>
          <a:ln w="15875">
            <a:solidFill>
              <a:srgbClr val="3E54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62288" y="5257800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</a:rPr>
              <a:t>Amazon S3
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6167"/>
                </a:solidFill>
              </a:rPr>
              <a:t>cdr/&lt;year&gt;/&lt;month&gt;/…
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6167"/>
                </a:solidFill>
              </a:rPr>
              <a:t>private · SSE-AES256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0" y="3931920"/>
            <a:ext cx="3246120" cy="1645920"/>
          </a:xfrm>
          <a:prstGeom prst="line">
            <a:avLst/>
          </a:prstGeom>
          <a:noFill/>
          <a:ln w="19050">
            <a:solidFill>
              <a:srgbClr val="3E546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44652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PutObject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17520" y="51663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5E1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27248" y="523951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6167"/>
                </a:solidFill>
              </a:rPr>
              <a:t>CloudWatch Logs
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E6167"/>
                </a:solidFill>
              </a:rPr>
              <a:t>coded errors · kept 400 days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0" y="4297680"/>
            <a:ext cx="9144" cy="822960"/>
          </a:xfrm>
          <a:prstGeom prst="line">
            <a:avLst/>
          </a:prstGeom>
          <a:noFill/>
          <a:ln w="19050">
            <a:solidFill>
              <a:srgbClr val="D5E1DF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invocation, six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73175" y="3429000"/>
            <a:ext cx="9245346" cy="0"/>
          </a:xfrm>
          <a:prstGeom prst="line">
            <a:avLst/>
          </a:prstGeom>
          <a:noFill/>
          <a:ln w="25400">
            <a:solidFill>
              <a:srgbClr val="D5E1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07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5" name="Shape 3"/>
          <p:cNvSpPr/>
          <p:nvPr/>
        </p:nvSpPr>
        <p:spPr>
          <a:xfrm>
            <a:off x="1061695" y="3017520"/>
            <a:ext cx="822960" cy="82296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321503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10335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10335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fires at 09:00 UK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92476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2910764" y="3017520"/>
            <a:ext cx="822960" cy="82296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274" y="3215030"/>
            <a:ext cx="427939" cy="42793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59404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459404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397709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2470861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credentials, log into SSO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41545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19" name="Shape 15"/>
          <p:cNvSpPr/>
          <p:nvPr/>
        </p:nvSpPr>
        <p:spPr>
          <a:xfrm>
            <a:off x="4759833" y="3017520"/>
            <a:ext cx="822960" cy="82296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343" y="3215030"/>
            <a:ext cx="427939" cy="42793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08473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308473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246778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4319930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CDR list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590614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26" name="Shape 21"/>
          <p:cNvSpPr/>
          <p:nvPr/>
        </p:nvSpPr>
        <p:spPr>
          <a:xfrm>
            <a:off x="6608902" y="3017520"/>
            <a:ext cx="822960" cy="822960"/>
          </a:xfrm>
          <a:prstGeom prst="ellipse">
            <a:avLst/>
          </a:prstGeom>
          <a:solidFill>
            <a:srgbClr val="DFF4E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413" y="3215030"/>
            <a:ext cx="427939" cy="427939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157542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15754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095848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6169000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latest period is published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8439683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33" name="Shape 27"/>
          <p:cNvSpPr/>
          <p:nvPr/>
        </p:nvSpPr>
        <p:spPr>
          <a:xfrm>
            <a:off x="8457971" y="3017520"/>
            <a:ext cx="822960" cy="82296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482" y="3215030"/>
            <a:ext cx="427939" cy="427939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006611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006611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7944917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8018069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file, write to S3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10288753" y="2999232"/>
            <a:ext cx="859536" cy="859536"/>
          </a:xfrm>
          <a:prstGeom prst="ellipse">
            <a:avLst/>
          </a:prstGeom>
          <a:solidFill>
            <a:srgbClr val="F4F7F6"/>
          </a:solidFill>
          <a:ln/>
        </p:spPr>
      </p:sp>
      <p:sp>
        <p:nvSpPr>
          <p:cNvPr id="40" name="Shape 33"/>
          <p:cNvSpPr/>
          <p:nvPr/>
        </p:nvSpPr>
        <p:spPr>
          <a:xfrm>
            <a:off x="10307041" y="3017520"/>
            <a:ext cx="822960" cy="822960"/>
          </a:xfrm>
          <a:prstGeom prst="ellipse">
            <a:avLst/>
          </a:prstGeom>
          <a:solidFill>
            <a:srgbClr val="E8ECE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551" y="3215030"/>
            <a:ext cx="427939" cy="427939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855681" y="2944368"/>
            <a:ext cx="310896" cy="310896"/>
          </a:xfrm>
          <a:prstGeom prst="ellipse">
            <a:avLst/>
          </a:prstGeom>
          <a:solidFill>
            <a:srgbClr val="152227"/>
          </a:solidFill>
          <a:ln w="19050">
            <a:solidFill>
              <a:srgbClr val="F4F7F6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855681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9793986" y="4005072"/>
            <a:ext cx="18490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50" dirty="0"/>
          </a:p>
        </p:txBody>
      </p:sp>
      <p:sp>
        <p:nvSpPr>
          <p:cNvPr id="45" name="Text 37"/>
          <p:cNvSpPr txBox="1"/>
          <p:nvPr/>
        </p:nvSpPr>
        <p:spPr>
          <a:xfrm>
            <a:off x="9867138" y="4343400"/>
            <a:ext cx="1702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errors, screenshots, alarm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against stale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1st-of-month freshness check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035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1st of the month, the newest SDR row should cover the period that just completed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Gradwell hasn't published it yet, downloading anyway would silently store last month's file under this month's key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 checks this before downloading — and throws instead of guessing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693615" cy="3977640"/>
          </a:xfrm>
          <a:prstGeom prst="roundRect">
            <a:avLst>
              <a:gd name="adj" fmla="val 2299"/>
            </a:avLst>
          </a:prstGeom>
          <a:solidFill>
            <a:srgbClr val="152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201168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E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VERIFYLATESTRECORDISAVAILABLE()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2423160"/>
            <a:ext cx="41449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today ≠ 1st of month: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skip check, proceed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newest SDR end-date ≠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last day of previous month: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throw CDR-E09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CloudWatch Logs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CdrDownloaderErrorsAlarm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Datadog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download latest file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716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handling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71907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code or env vars — fetched from Secrets Manager at runtime, never logged or cached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8728" y="141732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428" y="153802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64528" y="137160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64528" y="171907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write scoped to cdr/* and debug/* only; Secrets access scoped to one secret's ARN pattern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2753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10896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hardening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45643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SSE-AES256 encryption at rest; all public access blocked at the bucket level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78728" y="315468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428" y="3275381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64528" y="310896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security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964528" y="345643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— to Gradwell and to AWS services — is HTTPS only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012741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48463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surface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234440" y="519379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Lambda; no API Gateway, no public endpoint to attack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78728" y="4892040"/>
            <a:ext cx="502920" cy="50292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428" y="5012741"/>
            <a:ext cx="261518" cy="26151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64528" y="48463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visibility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6964528" y="5193792"/>
            <a:ext cx="467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errors (CDR-E01–E11) with screenshots, plus a CloudWatch alarm on Errors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30704" cy="1371600"/>
          </a:xfrm>
          <a:prstGeom prst="roundRect">
            <a:avLst>
              <a:gd name="adj" fmla="val 5333"/>
            </a:avLst>
          </a:prstGeom>
          <a:solidFill>
            <a:srgbClr val="E8ECEF"/>
          </a:solidFill>
          <a:ln w="15875">
            <a:solidFill>
              <a:srgbClr val="3E546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1168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Errors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79344" y="2697480"/>
            <a:ext cx="457200" cy="9144"/>
          </a:xfrm>
          <a:prstGeom prst="line">
            <a:avLst/>
          </a:prstGeom>
          <a:noFill/>
          <a:ln w="19050">
            <a:solidFill>
              <a:srgbClr val="4E616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436544" y="2011680"/>
            <a:ext cx="2430704" cy="1371600"/>
          </a:xfrm>
          <a:prstGeom prst="roundRect">
            <a:avLst>
              <a:gd name="adj" fmla="val 5333"/>
            </a:avLst>
          </a:prstGeom>
          <a:solidFill>
            <a:srgbClr val="F6EAD3"/>
          </a:solidFill>
          <a:ln w="15875">
            <a:solidFill>
              <a:srgbClr val="9C6B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73704" y="201168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CdrDownloader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ErrorsAlarm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67248" y="2697480"/>
            <a:ext cx="457200" cy="9144"/>
          </a:xfrm>
          <a:prstGeom prst="line">
            <a:avLst/>
          </a:prstGeom>
          <a:noFill/>
          <a:ln w="19050">
            <a:solidFill>
              <a:srgbClr val="4E616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24448" y="2011680"/>
            <a:ext cx="2430704" cy="1371600"/>
          </a:xfrm>
          <a:prstGeom prst="roundRect">
            <a:avLst>
              <a:gd name="adj" fmla="val 5333"/>
            </a:avLst>
          </a:prstGeom>
          <a:solidFill>
            <a:srgbClr val="E8ECEF"/>
          </a:solidFill>
          <a:ln w="15875">
            <a:solidFill>
              <a:srgbClr val="3E5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201168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(DatadogForwarderTopicArn)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55151" y="2697480"/>
            <a:ext cx="457200" cy="9144"/>
          </a:xfrm>
          <a:prstGeom prst="line">
            <a:avLst/>
          </a:prstGeom>
          <a:noFill/>
          <a:ln w="19050">
            <a:solidFill>
              <a:srgbClr val="4E61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12351" y="2011680"/>
            <a:ext cx="2430704" cy="1371600"/>
          </a:xfrm>
          <a:prstGeom prst="roundRect">
            <a:avLst>
              <a:gd name="adj" fmla="val 5333"/>
            </a:avLst>
          </a:prstGeom>
          <a:solidFill>
            <a:srgbClr val="DFF4EF"/>
          </a:solidFill>
          <a:ln w="15875">
            <a:solidFill>
              <a:srgbClr val="0E9C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49511" y="201168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Forwarder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 event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a monthly cadence, not continuous traffic: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evaluation period on the Errors metric — an idle day reads as “no data,” not a failure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scheduled run day can actually trip the alarm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1st-of-month ALARM can legitimately mean “Gradwell hasn't published yet,” not just a bug — check the error code first (CDR-E09)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F6EAD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76072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6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alarm deployed — set DatadogForwarderTopicArn to a Forwarder SNS topic in eu-west-2 before alerts reach Datadog.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eu-west-2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79394" y="15544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2274" y="17373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NAME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62274" y="20574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gradwell-cdr-downloader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0148" y="15544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3028" y="17373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393028" y="20574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40901" y="15544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3781" y="17373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223781" y="20574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nodejs22.x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375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2048 MB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79394" y="31546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2274" y="33375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62274" y="36576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0148" y="31546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93028" y="33375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93028" y="36576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 UK, 1st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40901" y="3154680"/>
            <a:ext cx="260215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23781" y="333756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223781" y="3657600"/>
            <a:ext cx="22363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x86_64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&amp; what's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DFF4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556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459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write permission scoped to cdr/* and debug/* prefixes only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DFF4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328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231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on Errors; logs kept 400 days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DFF4E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01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2004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errors with screenshots; 1st-of-month freshness check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6446520" y="128016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6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7556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645920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CDR-E06: the automation must select a customer first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46520" y="2423160"/>
            <a:ext cx="457200" cy="45720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5328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40880" y="2423160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secret rotation; logs use AWS-managed keys, not KMS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F6EAD3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31012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40880" y="3200400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DatadogForwarderTopicArn needs a Forwarder topic in eu-west-2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3E54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54480"/>
            <a:ext cx="9174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v1.0–1.3: Lambda + Node.js build, Errors alarm, freshness check, S3 scoping, run timing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29184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3E54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9184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971800"/>
            <a:ext cx="9174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v1.4–1.6: EventBridge Scheduler at 09:00 UK, optional Datadog, direct page navigation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709160"/>
            <a:ext cx="1051560" cy="594360"/>
          </a:xfrm>
          <a:prstGeom prst="roundRect">
            <a:avLst>
              <a:gd name="adj" fmla="val 9231"/>
            </a:avLst>
          </a:prstGeom>
          <a:solidFill>
            <a:srgbClr val="3E54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709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v1.8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4389120"/>
            <a:ext cx="9174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v1.7–1.8: coded errors with screenshots, logs kept 400 days, CDR_URL (/cdrs)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portal_login_automation_for_sdr_download  ·  Branch: claude/friendly-mendel-dx2yrv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Gradwell CDR Pipeline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rgbClr val="1B252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204825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automated. Fully monitored.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owenid/portal_login_automation_for_sdr_download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2026-09-18T11:10:31Z</dcterms:created>
  <dcterms:modified xsi:type="dcterms:W3CDTF">2026-09-18T11:10:31Z</dcterms:modified>
</cp:coreProperties>
</file>